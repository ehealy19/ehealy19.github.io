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Lizzie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d08f8018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d08f8018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08f80182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08f80182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Lizzie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08f80182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d08f80182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08f801ba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d08f801ba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08f80182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d08f80182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Lizzie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3387306" y="1353950"/>
            <a:ext cx="2369400" cy="10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Wordle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238350" y="2206200"/>
            <a:ext cx="2667300" cy="7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Lizzie Healy and Emily Oh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600" y="3291350"/>
            <a:ext cx="106680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 of the Game: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713" y="823450"/>
            <a:ext cx="3966427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versus Linked List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026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store the guesses of the user and the 5-letter work options, we will be using an </a:t>
            </a:r>
            <a:r>
              <a:rPr lang="en"/>
              <a:t>array</a:t>
            </a:r>
            <a:r>
              <a:rPr lang="en"/>
              <a:t> for multiple reasons: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All of the words will be exactly 5-letters, thus the array length is known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Will not need to insert or delete at interior positions of the array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1869650" y="3430900"/>
            <a:ext cx="832800" cy="83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2917600" y="3430900"/>
            <a:ext cx="832800" cy="83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061450" y="3430900"/>
            <a:ext cx="832800" cy="83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013500" y="3430900"/>
            <a:ext cx="832800" cy="83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3965550" y="3430900"/>
            <a:ext cx="832800" cy="83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2089600" y="3053825"/>
            <a:ext cx="282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173700" y="3064625"/>
            <a:ext cx="466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4242050" y="3064625"/>
            <a:ext cx="2829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231875" y="3038100"/>
            <a:ext cx="3615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300300" y="3038100"/>
            <a:ext cx="4668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2052650" y="3617050"/>
            <a:ext cx="4668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3192100" y="3617050"/>
            <a:ext cx="4668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4217175" y="3617050"/>
            <a:ext cx="4668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242250" y="3617050"/>
            <a:ext cx="4668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244450" y="3617050"/>
            <a:ext cx="4668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 to Implement</a:t>
            </a:r>
            <a:endParaRPr/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Main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Test and play the game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Prompts reader for guesses, checks if guess is a word, checks if guess is correct, checks if letters are in the answer, allows for 6 guesses, ends game on loss or win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Wordle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Contain all the methods necessary to make the game work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CSVReader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Read the csv file of all possible five letter words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to Implement</a:t>
            </a:r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Color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/>
              <a:t>If the letter is in the word, but not the right position, then change that letter color to yellow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/>
              <a:t>If the letter is in the word and in the right position, then change letter color to green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pickWord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/>
              <a:t>Randomly picks a five letter word from the csv list to be the wordle word of the game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isWord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/>
              <a:t>Check to see if the user’s input is a real word (ie on the word list)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containsChar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/>
              <a:t>Checks if character is in character array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Correct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/>
              <a:t>Checks if the guessed word is correct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Read-in Component</a:t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298750" y="1853850"/>
            <a:ext cx="446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In-order to check that the guesses are actual words and to obtain a 5-letter word as the answer we are using a CSV Reader to read-in a file </a:t>
            </a:r>
            <a:r>
              <a:rPr lang="en"/>
              <a:t>containing all possible 5-letter words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file will be read in, made into an array and then added to an array containing all words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program will then randomly choose a word from this array to be the answer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Each time a user makes a guess, the program will check that the word is in this list</a:t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32263" t="0"/>
          <a:stretch/>
        </p:blipFill>
        <p:spPr>
          <a:xfrm>
            <a:off x="4893951" y="969925"/>
            <a:ext cx="3938352" cy="37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