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372569a7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372569a7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372569a7b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372569a7b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lizzie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3a319e5be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3a319e5be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lizzie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3a319e5be2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3a319e5be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/>
              <a:t>Application and Algorithms for Minimum Spanning Tree Problems</a:t>
            </a:r>
            <a:endParaRPr sz="3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Lizzie and Mitali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Min. Spanning Tree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501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Objective is to find a subset of a tree that connects all the vertices while minimizing the weights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Different from shortest path problems in that we are not going from point A to 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Applications: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Providing water to a </a:t>
            </a:r>
            <a:r>
              <a:rPr lang="en"/>
              <a:t>building</a:t>
            </a:r>
            <a:r>
              <a:rPr lang="en"/>
              <a:t> with fewest number of piper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Minimum </a:t>
            </a:r>
            <a:r>
              <a:rPr lang="en"/>
              <a:t>length</a:t>
            </a:r>
            <a:r>
              <a:rPr lang="en"/>
              <a:t> of roads to connect village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Minimum length of cables to connect computers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Itinerary planning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8773" y="1328825"/>
            <a:ext cx="3942450" cy="3180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Algorithm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523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Begin with weighted tree, remove all edges, and create an empty vector of visited nodes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Initialize the tree with a random node to begin with and add it to the </a:t>
            </a:r>
            <a:r>
              <a:rPr lang="en"/>
              <a:t>visited</a:t>
            </a:r>
            <a:r>
              <a:rPr lang="en"/>
              <a:t> node vector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Choose the edge that connects this node to a non-visited node with minimum weight and add it to the visited vector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Continue choosing the minimum edge that connects the </a:t>
            </a:r>
            <a:r>
              <a:rPr lang="en"/>
              <a:t>visited</a:t>
            </a:r>
            <a:r>
              <a:rPr lang="en"/>
              <a:t> nodes to non-visited vectors until all nodes are visited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Calculate the minimum weight from the generated minimum spanning tree 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6275" y="133500"/>
            <a:ext cx="2665575" cy="201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15778" l="0" r="51269" t="6224"/>
          <a:stretch/>
        </p:blipFill>
        <p:spPr>
          <a:xfrm>
            <a:off x="5996275" y="2724197"/>
            <a:ext cx="2665574" cy="1608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4">
            <a:alphaModFix/>
          </a:blip>
          <a:srcRect b="54610" l="63365" r="0" t="15038"/>
          <a:stretch/>
        </p:blipFill>
        <p:spPr>
          <a:xfrm>
            <a:off x="6496228" y="4332425"/>
            <a:ext cx="1665674" cy="5202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" name="Google Shape;72;p15"/>
          <p:cNvCxnSpPr>
            <a:stCxn id="69" idx="2"/>
            <a:endCxn id="70" idx="0"/>
          </p:cNvCxnSpPr>
          <p:nvPr/>
        </p:nvCxnSpPr>
        <p:spPr>
          <a:xfrm>
            <a:off x="7329063" y="2144526"/>
            <a:ext cx="0" cy="5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</a:t>
            </a:r>
            <a:r>
              <a:rPr lang="en"/>
              <a:t> Algorithm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438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Sort </a:t>
            </a:r>
            <a:r>
              <a:rPr lang="en"/>
              <a:t>edges</a:t>
            </a:r>
            <a:r>
              <a:rPr lang="en"/>
              <a:t> in nondecreasing order of their weights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Remove all edges from graph </a:t>
            </a:r>
            <a:r>
              <a:rPr lang="en"/>
              <a:t>creating</a:t>
            </a:r>
            <a:r>
              <a:rPr lang="en"/>
              <a:t> a forest consisting of n-single node trees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At each of n-1 iterations, pick a minimum-weight edge that does not create a cycle and add it to the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Continue until each of the vertices are connected in the tree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7850" l="4379" r="0" t="6912"/>
          <a:stretch/>
        </p:blipFill>
        <p:spPr>
          <a:xfrm>
            <a:off x="5732400" y="2104200"/>
            <a:ext cx="3099901" cy="279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4398" y="192525"/>
            <a:ext cx="2456124" cy="1911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Steps: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406675" y="1256675"/>
            <a:ext cx="364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Coding Prim’s/Kruskal’s Algorithm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Setting up Real-life problem involving water to buildings with fewest number of pipes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Solving both by hand and using our code 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0" l="0" r="0" t="7774"/>
          <a:stretch/>
        </p:blipFill>
        <p:spPr>
          <a:xfrm>
            <a:off x="4667425" y="1174388"/>
            <a:ext cx="4046500" cy="279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